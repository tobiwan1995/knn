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2" r:id="rId5"/>
    <p:sldId id="264" r:id="rId6"/>
    <p:sldId id="265" r:id="rId7"/>
    <p:sldId id="25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18E13-6DCD-4518-ADA3-FC7110F30014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9AE6B-5E7A-48B2-8C9E-47A2EF694A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66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9AE6B-5E7A-48B2-8C9E-47A2EF694A0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815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A83A-235A-D78A-0780-64445C824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E74F4-E840-9F2C-0678-3FAA6A415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AB768-3164-59CD-C787-9C2EB5EA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56B2-5347-8A08-2563-20F01080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F192C-41F5-8186-071F-2A59CBBD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07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5BA2-43D8-E5BB-0844-D2867415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E4FB-A1C8-BA8F-9C1B-FF5061549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486CF-3747-765D-5D78-EBED0B2C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60FA2-A1B8-F651-2994-E4A16041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54D61-D026-200D-E743-B52A7A52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62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7BCE-6254-9031-DEDB-4583295E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61CFB-8252-F58E-870A-BA8C909F8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213EB-E24C-5864-ACB2-1C8973E3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8AF73-B0B7-674D-96D4-B8361F4C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2A95D-FAEA-6EA8-930B-FD2F0F7E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170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A1C4-AB8D-C632-CAEF-102310A8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2781-D577-740B-D253-D67E5DD77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D8583-F820-41D4-31A8-EF2061F1C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379A8-DFB6-0337-DED2-4547C3D8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97374-073F-11D0-4FA0-3FB0D0D0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26B60-9680-BFE3-3189-236AC23B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01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716C-E786-E91F-989F-899A093E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287FF-17BC-900E-8E10-5CB829789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3CD9F-4F69-813F-D04D-06EA4309E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9B3B8-106F-3290-BD7C-B2926406F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D0775-24F2-21E3-E755-D1CB4EC15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40C45-7D12-67F1-0CD2-03F3A65F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321D4-F51B-6D84-625B-D8B67FC8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D3D9C-9F36-8556-3048-D0E4125A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89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09D1-1BB2-3E57-B092-AFD70D30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5DDE5-FE44-6485-5D4E-978104C7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3EFCD-6EC6-1AEC-0D5C-B3B5CFAF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EFF1F-941E-EE17-8D88-3419CD62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3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0A0DD-1A22-1450-AA08-AF05DCE6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F957D-BA2C-6BC6-784F-A7A77B00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DC3DC-0004-C3F8-7A9B-66223EC7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60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4085-740A-AF1E-DE47-8FDF608B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99C1-2541-CEBD-2EC2-0997650B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FB208-D74B-1D4C-3E1C-76CBD2A75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7D790-8405-8478-A558-AB13202B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74A2E-AC7B-3D6C-86D7-602691BE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17F03-9271-3D75-AA74-7877678B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81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64D6-F28A-0FCB-3C28-27632595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73B33-F8AF-2AE5-786B-EF3783700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B29A5-D6CB-814C-03F7-AEFC0114C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7E310-7012-E333-19D5-C4E972FD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F1ACE-1047-C3C0-AC60-693BFBE2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AA2B6-7633-12CD-5299-ACD31447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4084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F8E3-022B-8CB3-6C88-06B8C395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9C30E-1346-4FFD-76D8-3763FC7DC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C8776-E22F-3FE2-DB37-44430CDF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E914-CD11-22F6-F7F7-6AB66F5A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B86C3-1D90-05D9-76B3-081F61A0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20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DF0E1E-B215-2445-B3ED-51B41D55A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1B0D6-6A6E-782A-303F-F3A090FA5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46F08-23AB-9D78-0A75-AB2D92AC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7B21F-D7BD-ABDE-32E5-08F419A6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1E07-4B53-EFC8-BE60-A16DD036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20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52C9A-8480-38FD-7472-345D4B4C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DC4AB-71E8-755B-B14A-999012CD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4348B-77A8-1EB8-D845-B48B9DDE2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DF930-345E-42E4-9405-3F316B9150E2}" type="datetimeFigureOut">
              <a:rPr lang="de-DE" smtClean="0"/>
              <a:t>13.06.2024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FE55D-938F-0850-C7B5-C3969D6B3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F8A61-0AB5-C19D-DE7A-1E1F7F5F4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2554B-2DAE-4FDE-A49E-B7CC7E4334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5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7BAFD-2750-3D5D-6BAC-A13252926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KNN - Aufgabe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46703-D726-000A-C15E-19679EA57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Tobias Walter</a:t>
            </a:r>
          </a:p>
        </p:txBody>
      </p:sp>
    </p:spTree>
    <p:extLst>
      <p:ext uri="{BB962C8B-B14F-4D97-AF65-F5344CB8AC3E}">
        <p14:creationId xmlns:p14="http://schemas.microsoft.com/office/powerpoint/2010/main" val="126707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215E0-E1EE-9438-A966-BD8B2528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– Linear (keine Regularisierung)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0D856-3A82-86CA-7DEF-6D2DCEBD0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606516"/>
            <a:ext cx="11327549" cy="317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4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215E0-E1EE-9438-A966-BD8B2528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– Linear (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mit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Regularisierung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0D856-3A82-86CA-7DEF-6D2DCEBD0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25" y="2054942"/>
            <a:ext cx="11327549" cy="434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0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215E0-E1EE-9438-A966-BD8B2528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– Linear (mit Regularisierung)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55FCC-5D93-9C0D-0794-A0B7D80B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Verwendete Regularisierungen</a:t>
            </a:r>
          </a:p>
          <a:p>
            <a:pPr marL="0" indent="0"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dirty="0"/>
              <a:t>Data Augmentation</a:t>
            </a:r>
          </a:p>
          <a:p>
            <a:pPr>
              <a:buFontTx/>
              <a:buChar char="-"/>
            </a:pPr>
            <a:r>
              <a:rPr lang="de-DE" dirty="0"/>
              <a:t>Batch Normalisierung Layer (128 &amp; 64 Features)</a:t>
            </a:r>
          </a:p>
          <a:p>
            <a:pPr>
              <a:buFontTx/>
              <a:buChar char="-"/>
            </a:pPr>
            <a:r>
              <a:rPr lang="de-DE" dirty="0"/>
              <a:t>Dropout Layer (0.5)</a:t>
            </a:r>
          </a:p>
          <a:p>
            <a:pPr>
              <a:buFontTx/>
              <a:buChar char="-"/>
            </a:pPr>
            <a:r>
              <a:rPr lang="de-DE" dirty="0" err="1"/>
              <a:t>Weight</a:t>
            </a:r>
            <a:r>
              <a:rPr lang="de-DE" dirty="0"/>
              <a:t> Decay (0.01) &amp; Warmup (1000 </a:t>
            </a:r>
            <a:r>
              <a:rPr lang="de-DE" dirty="0" err="1"/>
              <a:t>Steps</a:t>
            </a:r>
            <a:r>
              <a:rPr lang="de-DE" dirty="0"/>
              <a:t>)</a:t>
            </a:r>
          </a:p>
          <a:p>
            <a:pPr>
              <a:buFontTx/>
              <a:buChar char="-"/>
            </a:pPr>
            <a:r>
              <a:rPr lang="de-DE" dirty="0"/>
              <a:t>Early </a:t>
            </a:r>
            <a:r>
              <a:rPr lang="de-DE" dirty="0" err="1"/>
              <a:t>Stopping</a:t>
            </a:r>
            <a:r>
              <a:rPr lang="de-DE" dirty="0"/>
              <a:t> (Patience 5) – nach 48 Epochen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198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215E0-E1EE-9438-A966-BD8B2528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– Linear (Data Augmentation)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3B1B6C-1FFA-A235-DCA8-7C5A603D8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503" y="2535009"/>
            <a:ext cx="10282990" cy="2528604"/>
          </a:xfrm>
        </p:spPr>
      </p:pic>
    </p:spTree>
    <p:extLst>
      <p:ext uri="{BB962C8B-B14F-4D97-AF65-F5344CB8AC3E}">
        <p14:creationId xmlns:p14="http://schemas.microsoft.com/office/powerpoint/2010/main" val="91034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215E0-E1EE-9438-A966-BD8B25283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– Convolutional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0D856-3A82-86CA-7DEF-6D2DCEBD0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25" y="2054942"/>
            <a:ext cx="11327549" cy="434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20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0CDCE-60A5-0E6D-1107-BD4ABB21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Trainings Loss &amp; Accuracy (Train/Valid)	</a:t>
            </a: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07310DAA-FFDD-A37A-FBB1-C76930155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6" y="1850447"/>
            <a:ext cx="5988174" cy="4281545"/>
          </a:xfrm>
          <a:prstGeom prst="rect">
            <a:avLst/>
          </a:prstGeom>
        </p:spPr>
      </p:pic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51FDE95E-8A5D-8F89-E6EB-931D39D61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92644" y="1834121"/>
            <a:ext cx="5788379" cy="429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8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KNN - Aufgabe 6</vt:lpstr>
      <vt:lpstr>Model – Linear (keine Regularisierung)</vt:lpstr>
      <vt:lpstr>Model – Linear (mit Regularisierung)</vt:lpstr>
      <vt:lpstr>Model – Linear (mit Regularisierung)</vt:lpstr>
      <vt:lpstr>Model – Linear (Data Augmentation)</vt:lpstr>
      <vt:lpstr>Model – Convolutional</vt:lpstr>
      <vt:lpstr>Trainings Loss &amp; Accuracy (Train/Valid)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Walter</dc:creator>
  <cp:lastModifiedBy>Tobias</cp:lastModifiedBy>
  <cp:revision>1</cp:revision>
  <dcterms:created xsi:type="dcterms:W3CDTF">2024-06-13T12:51:19Z</dcterms:created>
  <dcterms:modified xsi:type="dcterms:W3CDTF">2024-06-13T13:04:52Z</dcterms:modified>
</cp:coreProperties>
</file>